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6B6B"/>
    <a:srgbClr val="262626"/>
    <a:srgbClr val="40404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5" autoAdjust="0"/>
    <p:restoredTop sz="94628" autoAdjust="0"/>
  </p:normalViewPr>
  <p:slideViewPr>
    <p:cSldViewPr snapToGrid="0">
      <p:cViewPr varScale="1">
        <p:scale>
          <a:sx n="77" d="100"/>
          <a:sy n="77" d="100"/>
        </p:scale>
        <p:origin x="126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41DD6-B349-775A-1A34-2AFC070C0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DED8EF-1949-31E1-EE3F-37A2C73F7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41FE5-1F25-9BB9-E022-574D28AF6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5289-43B6-4D19-8F1D-C2227B36C8E3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E8933-1CF5-3DC3-1243-889AFFC2E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66569-F353-DBC5-15D9-6257480F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7D94-4CC0-421F-9FAB-074E7B6AC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149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FBA6F-0878-8596-4BE2-2F180F9E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FB4A5-F91B-98E5-9FBB-DF8CC7385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FEFEA-1405-4F9E-DE10-B48455B3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5289-43B6-4D19-8F1D-C2227B36C8E3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BF4A7-7A85-45CE-C2F7-E528C24CA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520CF-E5AF-DC8D-6631-92A3B34C3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7D94-4CC0-421F-9FAB-074E7B6AC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098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5F0B1-EFF7-8019-B50B-D50665844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61604-9012-C915-AF00-46225FB03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CECE8-450A-26BB-69AC-0148615F5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5289-43B6-4D19-8F1D-C2227B36C8E3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E2C91-E405-3346-63D2-090DA4575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A9673-4E2D-7959-CEFB-C8AA2FA6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7D94-4CC0-421F-9FAB-074E7B6AC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79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E6DDB-1DA8-4862-09E0-7FA3D0DB2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C21F3-6AB6-F49A-2E8B-C2CA31090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CD12B-4CD8-E335-D888-3BC608AE0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CF299-5E76-ACD6-B0A7-80D01E7D5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5289-43B6-4D19-8F1D-C2227B36C8E3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32AE5-FA89-E830-9164-B976ECC2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0A64C-4F71-8377-FE1D-C1CAD675F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7D94-4CC0-421F-9FAB-074E7B6AC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147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E33F8-FD06-C0A4-23E6-D37048735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5C5E5-8C60-E523-D879-2FF917EF1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42CE0-71F4-2337-9B73-C1FD4CFD9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BEC903-200D-0A4B-4AB3-D519A23DBB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2BAB60-CC06-5AFF-36E8-0F9AEFB71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C1ECB2-6F2E-3B23-84A9-BC759A2A0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5289-43B6-4D19-8F1D-C2227B36C8E3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80040-7B07-4D94-E689-EFF6AAB50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877698-4183-A19D-23AB-2B736BF9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7D94-4CC0-421F-9FAB-074E7B6AC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79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80BC-2E8E-DDFF-9A2C-63003857F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27CCE-0EFB-F7F4-CB6B-A01E8F52F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5289-43B6-4D19-8F1D-C2227B36C8E3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915151-6870-B555-F98D-9AE7D2582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268EC-E48A-0F90-D39F-18824F049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7D94-4CC0-421F-9FAB-074E7B6AC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66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AFEF55-DE50-3405-7238-AA0CDB0AD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5289-43B6-4D19-8F1D-C2227B36C8E3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A50091-AC5B-0C9A-7D9A-97FEDE37C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A7849-FE7F-925A-32DB-E7431B703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7D94-4CC0-421F-9FAB-074E7B6AC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75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22D3-E34B-9DD7-4E37-93801F130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7DF7D-3EB2-AC16-2302-48696EFF0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8CEF2-D55E-7F6B-E73E-54D84CC08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18A81-063E-AFFE-60D0-3D8A40F55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5289-43B6-4D19-8F1D-C2227B36C8E3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947C1-E1A9-3150-FF4A-2C3EE9CC1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CEC93-38F9-E59F-7C1D-CC0143418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7D94-4CC0-421F-9FAB-074E7B6AC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5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F6762-2485-15B1-5F05-82B903CA0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7147AF-AC93-AA66-9B83-7E95E40290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A3E43-AC8F-D07D-EB93-7C16EA0B5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4223D-9664-DCF0-7D8F-C9D30E603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5289-43B6-4D19-8F1D-C2227B36C8E3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BFD1A-5DE4-6FA8-130D-656136B8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89F93-35C0-BFC0-A5BC-33656D9A7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7D94-4CC0-421F-9FAB-074E7B6AC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13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1FCA1-8FED-70C9-8BAB-E4D4F7EE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04723-2225-2001-F5B6-7F8B6986B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159D9-B73E-D911-3073-D327FA877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5289-43B6-4D19-8F1D-C2227B36C8E3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E6922-180C-1D2F-4C6D-2BBA1672C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E3644-0728-2B71-4DE0-441BF0C9B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7D94-4CC0-421F-9FAB-074E7B6AC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01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2A511B-8A3E-A903-56E5-9735C9F450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168825-9835-7D61-1004-FCC2316E5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58178-08CD-B610-00F7-E57318554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5289-43B6-4D19-8F1D-C2227B36C8E3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24B40-3840-65F2-3561-8232F2271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FF59B-6E94-7590-C648-F3468ED42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7D94-4CC0-421F-9FAB-074E7B6AC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06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910AB-8B7B-EDED-7666-DE6A30D1A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93986-B659-C9C3-DF2A-5F8938B53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790E0-7E58-C7A2-98FE-C834D70385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175289-43B6-4D19-8F1D-C2227B36C8E3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D9BD4-FD3A-C082-637E-8C188DF8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64225-6387-67EE-D2E7-EEEB72DBC9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CE7D94-4CC0-421F-9FAB-074E7B6AC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7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microsoft.com/office/2007/relationships/hdphoto" Target="../media/hdphoto5.wdp"/><Relationship Id="rId7" Type="http://schemas.microsoft.com/office/2007/relationships/hdphoto" Target="../media/hdphoto2.wdp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image" Target="../media/image7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4.wdp"/><Relationship Id="rId5" Type="http://schemas.microsoft.com/office/2007/relationships/hdphoto" Target="../media/hdphoto6.wdp"/><Relationship Id="rId15" Type="http://schemas.openxmlformats.org/officeDocument/2006/relationships/image" Target="../media/image12.png"/><Relationship Id="rId10" Type="http://schemas.openxmlformats.org/officeDocument/2006/relationships/image" Target="../media/image5.png"/><Relationship Id="rId19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microsoft.com/office/2007/relationships/hdphoto" Target="../media/hdphoto3.wdp"/><Relationship Id="rId1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microsoft.com/office/2007/relationships/hdphoto" Target="../media/hdphoto4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6.png"/><Relationship Id="rId5" Type="http://schemas.microsoft.com/office/2007/relationships/hdphoto" Target="../media/hdphoto3.wdp"/><Relationship Id="rId10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microsoft.com/office/2007/relationships/hdphoto" Target="../media/hdphoto5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7.wdp"/><Relationship Id="rId12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image" Target="../media/image2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microsoft.com/office/2007/relationships/hdphoto" Target="../media/hdphoto2.wdp"/><Relationship Id="rId1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microsoft.com/office/2007/relationships/hdphoto" Target="../media/hdphoto5.wdp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C30703-61C8-C8B1-6410-AA51ACECE150}"/>
              </a:ext>
            </a:extLst>
          </p:cNvPr>
          <p:cNvSpPr/>
          <p:nvPr/>
        </p:nvSpPr>
        <p:spPr>
          <a:xfrm>
            <a:off x="0" y="0"/>
            <a:ext cx="3214255" cy="6858000"/>
          </a:xfrm>
          <a:prstGeom prst="rect">
            <a:avLst/>
          </a:prstGeom>
          <a:solidFill>
            <a:schemeClr val="tx1">
              <a:alpha val="9490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A444EE2-816F-B48D-B5EE-59242441BA43}"/>
              </a:ext>
            </a:extLst>
          </p:cNvPr>
          <p:cNvSpPr/>
          <p:nvPr/>
        </p:nvSpPr>
        <p:spPr>
          <a:xfrm>
            <a:off x="107368" y="1375650"/>
            <a:ext cx="2999504" cy="84718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BFC572-8C57-7006-31F2-8D4D206D0106}"/>
              </a:ext>
            </a:extLst>
          </p:cNvPr>
          <p:cNvSpPr txBox="1"/>
          <p:nvPr/>
        </p:nvSpPr>
        <p:spPr>
          <a:xfrm>
            <a:off x="1127115" y="1568408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Overall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FF05041-9E57-1150-7A11-4D0509E68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45" t="14663" r="7368" b="8606"/>
          <a:stretch>
            <a:fillRect/>
          </a:stretch>
        </p:blipFill>
        <p:spPr>
          <a:xfrm>
            <a:off x="329330" y="1484343"/>
            <a:ext cx="708301" cy="64826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223E8D1-5B9F-5991-DD34-7AB3E71F32DE}"/>
              </a:ext>
            </a:extLst>
          </p:cNvPr>
          <p:cNvSpPr txBox="1"/>
          <p:nvPr/>
        </p:nvSpPr>
        <p:spPr>
          <a:xfrm>
            <a:off x="1077757" y="2564088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Vehicle Type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C8E0C74-67DE-2F76-8FA7-E7370F49DB8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3E3E3E"/>
              </a:clrFrom>
              <a:clrTo>
                <a:srgbClr val="3E3E3E">
                  <a:alpha val="0"/>
                </a:srgbClr>
              </a:clrTo>
            </a:clrChange>
            <a:duotone>
              <a:prstClr val="black"/>
              <a:prstClr val="white">
                <a:tint val="45000"/>
                <a:satMod val="400000"/>
              </a:prst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376" b="84387" l="11594" r="89378"/>
                    </a14:imgEffect>
                    <a14:imgEffect>
                      <a14:artisticCrisscrossEtching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573" t="13156" r="5850" b="22252"/>
          <a:stretch>
            <a:fillRect/>
          </a:stretch>
        </p:blipFill>
        <p:spPr>
          <a:xfrm>
            <a:off x="318644" y="2432929"/>
            <a:ext cx="788551" cy="59516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6D42389F-C429-A8D9-BE0A-C4F68038D96E}"/>
              </a:ext>
            </a:extLst>
          </p:cNvPr>
          <p:cNvSpPr txBox="1"/>
          <p:nvPr/>
        </p:nvSpPr>
        <p:spPr>
          <a:xfrm>
            <a:off x="1077757" y="3559768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Revenue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A74EAD-242D-DF76-AB4A-2EDE8182A200}"/>
              </a:ext>
            </a:extLst>
          </p:cNvPr>
          <p:cNvSpPr txBox="1"/>
          <p:nvPr/>
        </p:nvSpPr>
        <p:spPr>
          <a:xfrm>
            <a:off x="1077757" y="4555448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Cancellation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CFB066-7CB8-79BA-B77E-D6A99D6F9E02}"/>
              </a:ext>
            </a:extLst>
          </p:cNvPr>
          <p:cNvSpPr txBox="1"/>
          <p:nvPr/>
        </p:nvSpPr>
        <p:spPr>
          <a:xfrm>
            <a:off x="1077757" y="5524835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Ratings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AFEEF7B9-1017-F370-1C47-CC8FCDDA43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128" t="21212" r="19451" b="17786"/>
          <a:stretch>
            <a:fillRect/>
          </a:stretch>
        </p:blipFill>
        <p:spPr>
          <a:xfrm>
            <a:off x="318643" y="3428609"/>
            <a:ext cx="718988" cy="75074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32F1072D-73C0-7876-DE11-DAB5431B5D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61198" y1="23438" x2="61198" y2="23438"/>
                        <a14:foregroundMark x1="61198" y1="23438" x2="61198" y2="23438"/>
                        <a14:foregroundMark x1="61198" y1="23438" x2="61198" y2="23438"/>
                        <a14:foregroundMark x1="69466" y1="33301" x2="69466" y2="33301"/>
                        <a14:foregroundMark x1="69466" y1="33301" x2="69466" y2="333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007" t="12708" r="11482" b="12708"/>
          <a:stretch>
            <a:fillRect/>
          </a:stretch>
        </p:blipFill>
        <p:spPr>
          <a:xfrm>
            <a:off x="313290" y="4466459"/>
            <a:ext cx="793905" cy="55065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99C03AE-58C6-DAF4-E0F0-051B31C368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54545" y1="30303" x2="54545" y2="30303"/>
                        <a14:foregroundMark x1="54545" y1="30303" x2="54545" y2="30303"/>
                        <a14:foregroundMark x1="17783" y1="68820" x2="17783" y2="68820"/>
                        <a14:foregroundMark x1="17783" y1="68820" x2="17783" y2="68820"/>
                        <a14:foregroundMark x1="36124" y1="69936" x2="36124" y2="69936"/>
                        <a14:foregroundMark x1="36124" y1="69936" x2="36124" y2="69936"/>
                        <a14:foregroundMark x1="49203" y1="70335" x2="49203" y2="70335"/>
                        <a14:foregroundMark x1="49203" y1="70335" x2="49203" y2="70335"/>
                        <a14:foregroundMark x1="65231" y1="69936" x2="65231" y2="69936"/>
                        <a14:foregroundMark x1="65231" y1="69936" x2="65231" y2="69936"/>
                        <a14:foregroundMark x1="80702" y1="69378" x2="80702" y2="69378"/>
                        <a14:foregroundMark x1="80702" y1="69378" x2="80702" y2="693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18" t="18432" r="7979" b="21077"/>
          <a:stretch>
            <a:fillRect/>
          </a:stretch>
        </p:blipFill>
        <p:spPr>
          <a:xfrm>
            <a:off x="257874" y="5445406"/>
            <a:ext cx="828482" cy="6278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B15533-982C-639D-8315-43F91C20CFD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8" b="10556"/>
          <a:stretch>
            <a:fillRect/>
          </a:stretch>
        </p:blipFill>
        <p:spPr>
          <a:xfrm>
            <a:off x="138817" y="8185"/>
            <a:ext cx="2717117" cy="118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492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B486B-CB5D-0BB7-F0B2-B4CB372D8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01F1572-452D-FC67-E9B5-F6BA53863891}"/>
              </a:ext>
            </a:extLst>
          </p:cNvPr>
          <p:cNvSpPr/>
          <p:nvPr/>
        </p:nvSpPr>
        <p:spPr>
          <a:xfrm>
            <a:off x="0" y="0"/>
            <a:ext cx="3214255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FD9CE1F-C8B6-A37B-0F05-EBB249BAC06A}"/>
              </a:ext>
            </a:extLst>
          </p:cNvPr>
          <p:cNvSpPr/>
          <p:nvPr/>
        </p:nvSpPr>
        <p:spPr>
          <a:xfrm>
            <a:off x="107368" y="2375326"/>
            <a:ext cx="2999504" cy="84718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AB38C8-EEC1-67DF-BBB5-94785CB84982}"/>
              </a:ext>
            </a:extLst>
          </p:cNvPr>
          <p:cNvSpPr txBox="1"/>
          <p:nvPr/>
        </p:nvSpPr>
        <p:spPr>
          <a:xfrm>
            <a:off x="1127115" y="1568408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Overall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9B35BD1-9125-FBCB-40B7-247026C04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390" b="86610" l="10000" r="90000">
                        <a14:foregroundMark x1="50000" y1="46332" x2="50000" y2="46332"/>
                        <a14:foregroundMark x1="50000" y1="46332" x2="50000" y2="46332"/>
                        <a14:foregroundMark x1="50000" y1="61962" x2="50000" y2="61962"/>
                        <a14:foregroundMark x1="50000" y1="61962" x2="50000" y2="61962"/>
                        <a14:foregroundMark x1="68262" y1="59410" x2="68262" y2="59410"/>
                        <a14:foregroundMark x1="68262" y1="59410" x2="68262" y2="59410"/>
                        <a14:foregroundMark x1="35646" y1="67225" x2="35646" y2="67225"/>
                        <a14:foregroundMark x1="35646" y1="67225" x2="35646" y2="672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6" t="16940" r="15708" b="18837"/>
          <a:stretch>
            <a:fillRect/>
          </a:stretch>
        </p:blipFill>
        <p:spPr>
          <a:xfrm>
            <a:off x="267602" y="1463796"/>
            <a:ext cx="712502" cy="63869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FD63DCC-5AD4-C33F-BF4E-216350BBE4FE}"/>
              </a:ext>
            </a:extLst>
          </p:cNvPr>
          <p:cNvSpPr txBox="1"/>
          <p:nvPr/>
        </p:nvSpPr>
        <p:spPr>
          <a:xfrm>
            <a:off x="1077757" y="2564088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Vehicle Type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71D3BC0-B393-A2F6-88A1-7F5C497147E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3E3E3E"/>
              </a:clrFrom>
              <a:clrTo>
                <a:srgbClr val="3E3E3E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376" b="84387" l="11594" r="89378"/>
                    </a14:imgEffect>
                    <a14:imgEffect>
                      <a14:artisticCrisscrossEtching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320" t="21037" r="8822" b="20417"/>
          <a:stretch>
            <a:fillRect/>
          </a:stretch>
        </p:blipFill>
        <p:spPr>
          <a:xfrm>
            <a:off x="284288" y="2524405"/>
            <a:ext cx="764465" cy="54016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E599580-3DBE-4F67-813C-7B01CA6DA926}"/>
              </a:ext>
            </a:extLst>
          </p:cNvPr>
          <p:cNvSpPr txBox="1"/>
          <p:nvPr/>
        </p:nvSpPr>
        <p:spPr>
          <a:xfrm>
            <a:off x="1077757" y="3559768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Revenue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CDC579-0B5D-3BE3-1FC3-CC4475FCAB52}"/>
              </a:ext>
            </a:extLst>
          </p:cNvPr>
          <p:cNvSpPr txBox="1"/>
          <p:nvPr/>
        </p:nvSpPr>
        <p:spPr>
          <a:xfrm>
            <a:off x="1077757" y="4555448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Cancellation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09E605-94C9-9DBE-3FE7-93E4FE2BF283}"/>
              </a:ext>
            </a:extLst>
          </p:cNvPr>
          <p:cNvSpPr txBox="1"/>
          <p:nvPr/>
        </p:nvSpPr>
        <p:spPr>
          <a:xfrm>
            <a:off x="1077757" y="5524835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Ratings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6E9829CA-B9DF-CA79-3AA0-FCFBF0226A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128" t="21212" r="19451" b="17786"/>
          <a:stretch>
            <a:fillRect/>
          </a:stretch>
        </p:blipFill>
        <p:spPr>
          <a:xfrm>
            <a:off x="318643" y="3428609"/>
            <a:ext cx="718988" cy="75074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DC1D7459-AD8B-105A-F75B-007D06A1A2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61198" y1="23438" x2="61198" y2="23438"/>
                        <a14:foregroundMark x1="61198" y1="23438" x2="61198" y2="23438"/>
                        <a14:foregroundMark x1="61198" y1="23438" x2="61198" y2="23438"/>
                        <a14:foregroundMark x1="69466" y1="33301" x2="69466" y2="33301"/>
                        <a14:foregroundMark x1="69466" y1="33301" x2="69466" y2="333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007" t="12708" r="11482" b="12708"/>
          <a:stretch>
            <a:fillRect/>
          </a:stretch>
        </p:blipFill>
        <p:spPr>
          <a:xfrm>
            <a:off x="313290" y="4466459"/>
            <a:ext cx="793905" cy="55065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4720F83-A310-28C6-663D-3F23E7E163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54545" y1="30303" x2="54545" y2="30303"/>
                        <a14:foregroundMark x1="54545" y1="30303" x2="54545" y2="30303"/>
                        <a14:foregroundMark x1="17783" y1="68820" x2="17783" y2="68820"/>
                        <a14:foregroundMark x1="17783" y1="68820" x2="17783" y2="68820"/>
                        <a14:foregroundMark x1="36124" y1="69936" x2="36124" y2="69936"/>
                        <a14:foregroundMark x1="36124" y1="69936" x2="36124" y2="69936"/>
                        <a14:foregroundMark x1="49203" y1="70335" x2="49203" y2="70335"/>
                        <a14:foregroundMark x1="49203" y1="70335" x2="49203" y2="70335"/>
                        <a14:foregroundMark x1="65231" y1="69936" x2="65231" y2="69936"/>
                        <a14:foregroundMark x1="65231" y1="69936" x2="65231" y2="69936"/>
                        <a14:foregroundMark x1="80702" y1="69378" x2="80702" y2="69378"/>
                        <a14:foregroundMark x1="80702" y1="69378" x2="80702" y2="693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18" t="18432" r="7979" b="21077"/>
          <a:stretch>
            <a:fillRect/>
          </a:stretch>
        </p:blipFill>
        <p:spPr>
          <a:xfrm>
            <a:off x="257874" y="5445406"/>
            <a:ext cx="828482" cy="62786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EEE921-DDC6-64CB-8EEA-0493AFFC8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169850"/>
              </p:ext>
            </p:extLst>
          </p:nvPr>
        </p:nvGraphicFramePr>
        <p:xfrm>
          <a:off x="3677180" y="609600"/>
          <a:ext cx="8183415" cy="58105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6683">
                  <a:extLst>
                    <a:ext uri="{9D8B030D-6E8A-4147-A177-3AD203B41FA5}">
                      <a16:colId xmlns:a16="http://schemas.microsoft.com/office/drawing/2014/main" val="2533118488"/>
                    </a:ext>
                  </a:extLst>
                </a:gridCol>
                <a:gridCol w="1636683">
                  <a:extLst>
                    <a:ext uri="{9D8B030D-6E8A-4147-A177-3AD203B41FA5}">
                      <a16:colId xmlns:a16="http://schemas.microsoft.com/office/drawing/2014/main" val="337353425"/>
                    </a:ext>
                  </a:extLst>
                </a:gridCol>
                <a:gridCol w="1636683">
                  <a:extLst>
                    <a:ext uri="{9D8B030D-6E8A-4147-A177-3AD203B41FA5}">
                      <a16:colId xmlns:a16="http://schemas.microsoft.com/office/drawing/2014/main" val="163063376"/>
                    </a:ext>
                  </a:extLst>
                </a:gridCol>
                <a:gridCol w="1636683">
                  <a:extLst>
                    <a:ext uri="{9D8B030D-6E8A-4147-A177-3AD203B41FA5}">
                      <a16:colId xmlns:a16="http://schemas.microsoft.com/office/drawing/2014/main" val="3895424073"/>
                    </a:ext>
                  </a:extLst>
                </a:gridCol>
                <a:gridCol w="1636683">
                  <a:extLst>
                    <a:ext uri="{9D8B030D-6E8A-4147-A177-3AD203B41FA5}">
                      <a16:colId xmlns:a16="http://schemas.microsoft.com/office/drawing/2014/main" val="2326183246"/>
                    </a:ext>
                  </a:extLst>
                </a:gridCol>
              </a:tblGrid>
              <a:tr h="80490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All Vehicle Types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Total</a:t>
                      </a:r>
                      <a:r>
                        <a:rPr lang="en-US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6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Booking</a:t>
                      </a:r>
                      <a:r>
                        <a:rPr lang="en-US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6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Successful</a:t>
                      </a:r>
                      <a:r>
                        <a:rPr lang="en-US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6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Booking</a:t>
                      </a:r>
                      <a:r>
                        <a:rPr lang="en-US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6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Avg. Distance Travelled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Total Distance Travelled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403700"/>
                  </a:ext>
                </a:extLst>
              </a:tr>
              <a:tr h="7150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43731"/>
                  </a:ext>
                </a:extLst>
              </a:tr>
              <a:tr h="7150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698074"/>
                  </a:ext>
                </a:extLst>
              </a:tr>
              <a:tr h="7150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965165"/>
                  </a:ext>
                </a:extLst>
              </a:tr>
              <a:tr h="7150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911610"/>
                  </a:ext>
                </a:extLst>
              </a:tr>
              <a:tr h="7150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74197"/>
                  </a:ext>
                </a:extLst>
              </a:tr>
              <a:tr h="71508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777503"/>
                  </a:ext>
                </a:extLst>
              </a:tr>
              <a:tr h="7150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74565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D2B160E-A7F9-52FF-638A-685761DEF4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01" b="5840"/>
          <a:stretch>
            <a:fillRect/>
          </a:stretch>
        </p:blipFill>
        <p:spPr>
          <a:xfrm>
            <a:off x="3934356" y="1434049"/>
            <a:ext cx="1123419" cy="5271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4BAB13-1FAA-7B00-244E-26828A527054}"/>
              </a:ext>
            </a:extLst>
          </p:cNvPr>
          <p:cNvSpPr txBox="1"/>
          <p:nvPr/>
        </p:nvSpPr>
        <p:spPr>
          <a:xfrm>
            <a:off x="4100777" y="1914657"/>
            <a:ext cx="8477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Prime Sedan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AE2761-7BF9-B0A1-6B1A-4D28D7944E9C}"/>
              </a:ext>
            </a:extLst>
          </p:cNvPr>
          <p:cNvSpPr txBox="1"/>
          <p:nvPr/>
        </p:nvSpPr>
        <p:spPr>
          <a:xfrm>
            <a:off x="4100777" y="2626097"/>
            <a:ext cx="8477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Prime SUV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A224C6-E629-0FD9-0417-91904DF72D08}"/>
              </a:ext>
            </a:extLst>
          </p:cNvPr>
          <p:cNvSpPr txBox="1"/>
          <p:nvPr/>
        </p:nvSpPr>
        <p:spPr>
          <a:xfrm>
            <a:off x="4100777" y="3345447"/>
            <a:ext cx="8477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Prime Plus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ADF3F2-4B3B-1FCD-32DE-A720C949ED4D}"/>
              </a:ext>
            </a:extLst>
          </p:cNvPr>
          <p:cNvSpPr txBox="1"/>
          <p:nvPr/>
        </p:nvSpPr>
        <p:spPr>
          <a:xfrm>
            <a:off x="4100776" y="4064797"/>
            <a:ext cx="8477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Mini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E84CB9-7430-CBAE-C891-26537C75D5AF}"/>
              </a:ext>
            </a:extLst>
          </p:cNvPr>
          <p:cNvSpPr txBox="1"/>
          <p:nvPr/>
        </p:nvSpPr>
        <p:spPr>
          <a:xfrm>
            <a:off x="4031850" y="4784147"/>
            <a:ext cx="9855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Auto Rickshaw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57D01D-4825-6494-C383-EA7A971875A4}"/>
              </a:ext>
            </a:extLst>
          </p:cNvPr>
          <p:cNvSpPr txBox="1"/>
          <p:nvPr/>
        </p:nvSpPr>
        <p:spPr>
          <a:xfrm>
            <a:off x="4100775" y="5493972"/>
            <a:ext cx="8477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Bike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4B0E2E-52FB-7E20-08A9-03BE6278263A}"/>
              </a:ext>
            </a:extLst>
          </p:cNvPr>
          <p:cNvSpPr txBox="1"/>
          <p:nvPr/>
        </p:nvSpPr>
        <p:spPr>
          <a:xfrm>
            <a:off x="4100775" y="6203797"/>
            <a:ext cx="8477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E-Bike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C78C3BD-8A11-F5B0-5C94-AE137EC3EF1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5933" y="2132799"/>
            <a:ext cx="1041842" cy="57427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7DB82B1-E6F8-5C05-CF69-79BB0101128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5"/>
          <a:stretch>
            <a:fillRect/>
          </a:stretch>
        </p:blipFill>
        <p:spPr>
          <a:xfrm>
            <a:off x="4089001" y="2869493"/>
            <a:ext cx="968774" cy="50793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BD5447D-3801-27C8-C09A-5B5620D5919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2" t="11443" r="3518" b="5141"/>
          <a:stretch>
            <a:fillRect/>
          </a:stretch>
        </p:blipFill>
        <p:spPr>
          <a:xfrm>
            <a:off x="4166874" y="3577274"/>
            <a:ext cx="890901" cy="53400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181F777-5591-F068-CA49-AE54B4376A8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9" r="10855"/>
          <a:stretch>
            <a:fillRect/>
          </a:stretch>
        </p:blipFill>
        <p:spPr>
          <a:xfrm>
            <a:off x="4190557" y="4305154"/>
            <a:ext cx="679222" cy="54950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F456ECC-F3B6-46E4-9B41-85D61EBC3B7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0" r="8889"/>
          <a:stretch>
            <a:fillRect/>
          </a:stretch>
        </p:blipFill>
        <p:spPr>
          <a:xfrm>
            <a:off x="4162068" y="5007972"/>
            <a:ext cx="752474" cy="60141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43DBE75-D8DE-696C-AF33-A9143D5CCA3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74" r="9722"/>
          <a:stretch>
            <a:fillRect/>
          </a:stretch>
        </p:blipFill>
        <p:spPr>
          <a:xfrm>
            <a:off x="4245964" y="5734722"/>
            <a:ext cx="656519" cy="5416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52E542-A29A-5BA5-4609-F448ACF1E9E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8" b="10556"/>
          <a:stretch>
            <a:fillRect/>
          </a:stretch>
        </p:blipFill>
        <p:spPr>
          <a:xfrm>
            <a:off x="138817" y="8185"/>
            <a:ext cx="2717117" cy="118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351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78D29-6DEA-64A8-9962-F80DE734F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8CCB40-665D-D771-5BE0-F77A1258085A}"/>
              </a:ext>
            </a:extLst>
          </p:cNvPr>
          <p:cNvSpPr/>
          <p:nvPr/>
        </p:nvSpPr>
        <p:spPr>
          <a:xfrm>
            <a:off x="0" y="0"/>
            <a:ext cx="3214255" cy="6858000"/>
          </a:xfrm>
          <a:prstGeom prst="rect">
            <a:avLst/>
          </a:prstGeom>
          <a:solidFill>
            <a:schemeClr val="tx1">
              <a:alpha val="9490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2E61E0B-7B3F-F316-F4D7-A330B61C7484}"/>
              </a:ext>
            </a:extLst>
          </p:cNvPr>
          <p:cNvSpPr/>
          <p:nvPr/>
        </p:nvSpPr>
        <p:spPr>
          <a:xfrm>
            <a:off x="107368" y="3366576"/>
            <a:ext cx="2999504" cy="84718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6721B4-9CE2-6F37-F77B-D51505D51122}"/>
              </a:ext>
            </a:extLst>
          </p:cNvPr>
          <p:cNvSpPr txBox="1"/>
          <p:nvPr/>
        </p:nvSpPr>
        <p:spPr>
          <a:xfrm>
            <a:off x="1077757" y="2564088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Vehicle Type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8C4DF7F-15A4-E1C8-5613-B90F9CC94AC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3E3E3E"/>
              </a:clrFrom>
              <a:clrTo>
                <a:srgbClr val="3E3E3E">
                  <a:alpha val="0"/>
                </a:srgbClr>
              </a:clrTo>
            </a:clrChange>
            <a:duotone>
              <a:prstClr val="black"/>
              <a:prstClr val="white">
                <a:tint val="45000"/>
                <a:satMod val="400000"/>
              </a:prst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376" b="84387" l="11594" r="89378"/>
                    </a14:imgEffect>
                    <a14:imgEffect>
                      <a14:artisticCrisscrossEtching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573" t="13156" r="5850" b="22252"/>
          <a:stretch>
            <a:fillRect/>
          </a:stretch>
        </p:blipFill>
        <p:spPr>
          <a:xfrm>
            <a:off x="318644" y="2432929"/>
            <a:ext cx="788551" cy="59516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FEF5833-CE53-F379-FD76-CF722BFBEBF1}"/>
              </a:ext>
            </a:extLst>
          </p:cNvPr>
          <p:cNvSpPr txBox="1"/>
          <p:nvPr/>
        </p:nvSpPr>
        <p:spPr>
          <a:xfrm>
            <a:off x="1077757" y="3559768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Revenue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BB1827-D31D-FAEE-05B3-6969AF37B116}"/>
              </a:ext>
            </a:extLst>
          </p:cNvPr>
          <p:cNvSpPr txBox="1"/>
          <p:nvPr/>
        </p:nvSpPr>
        <p:spPr>
          <a:xfrm>
            <a:off x="1077757" y="4555448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Cancellation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11004F-EB17-26C5-D4AC-3935CAE13338}"/>
              </a:ext>
            </a:extLst>
          </p:cNvPr>
          <p:cNvSpPr txBox="1"/>
          <p:nvPr/>
        </p:nvSpPr>
        <p:spPr>
          <a:xfrm>
            <a:off x="1077757" y="5524835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Ratings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B97E00C3-4C5C-96CF-C2DB-7C0E086912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61198" y1="23438" x2="61198" y2="23438"/>
                        <a14:foregroundMark x1="61198" y1="23438" x2="61198" y2="23438"/>
                        <a14:foregroundMark x1="61198" y1="23438" x2="61198" y2="23438"/>
                        <a14:foregroundMark x1="69466" y1="33301" x2="69466" y2="33301"/>
                        <a14:foregroundMark x1="69466" y1="33301" x2="69466" y2="333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007" t="12708" r="11482" b="12708"/>
          <a:stretch>
            <a:fillRect/>
          </a:stretch>
        </p:blipFill>
        <p:spPr>
          <a:xfrm>
            <a:off x="313290" y="4466459"/>
            <a:ext cx="793905" cy="55065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B18C652C-D03D-D45D-8ED5-F21F7A67A9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54545" y1="30303" x2="54545" y2="30303"/>
                        <a14:foregroundMark x1="54545" y1="30303" x2="54545" y2="30303"/>
                        <a14:foregroundMark x1="17783" y1="68820" x2="17783" y2="68820"/>
                        <a14:foregroundMark x1="17783" y1="68820" x2="17783" y2="68820"/>
                        <a14:foregroundMark x1="36124" y1="69936" x2="36124" y2="69936"/>
                        <a14:foregroundMark x1="36124" y1="69936" x2="36124" y2="69936"/>
                        <a14:foregroundMark x1="49203" y1="70335" x2="49203" y2="70335"/>
                        <a14:foregroundMark x1="49203" y1="70335" x2="49203" y2="70335"/>
                        <a14:foregroundMark x1="65231" y1="69936" x2="65231" y2="69936"/>
                        <a14:foregroundMark x1="65231" y1="69936" x2="65231" y2="69936"/>
                        <a14:foregroundMark x1="80702" y1="69378" x2="80702" y2="69378"/>
                        <a14:foregroundMark x1="80702" y1="69378" x2="80702" y2="693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18" t="18432" r="7979" b="21077"/>
          <a:stretch>
            <a:fillRect/>
          </a:stretch>
        </p:blipFill>
        <p:spPr>
          <a:xfrm>
            <a:off x="257874" y="5445406"/>
            <a:ext cx="828482" cy="6278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0602D4-12AA-3F5F-6E01-17C5D240AFE4}"/>
              </a:ext>
            </a:extLst>
          </p:cNvPr>
          <p:cNvSpPr txBox="1"/>
          <p:nvPr/>
        </p:nvSpPr>
        <p:spPr>
          <a:xfrm>
            <a:off x="1127115" y="1568408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Overall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DD9CC9-C08D-0258-21B8-5758C6F769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3390" b="86610" l="10000" r="90000">
                        <a14:foregroundMark x1="50000" y1="46332" x2="50000" y2="46332"/>
                        <a14:foregroundMark x1="50000" y1="46332" x2="50000" y2="46332"/>
                        <a14:foregroundMark x1="50000" y1="61962" x2="50000" y2="61962"/>
                        <a14:foregroundMark x1="50000" y1="61962" x2="50000" y2="61962"/>
                        <a14:foregroundMark x1="68262" y1="59410" x2="68262" y2="59410"/>
                        <a14:foregroundMark x1="68262" y1="59410" x2="68262" y2="59410"/>
                        <a14:foregroundMark x1="35646" y1="67225" x2="35646" y2="67225"/>
                        <a14:foregroundMark x1="35646" y1="67225" x2="35646" y2="672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6" t="16940" r="15708" b="18837"/>
          <a:stretch>
            <a:fillRect/>
          </a:stretch>
        </p:blipFill>
        <p:spPr>
          <a:xfrm>
            <a:off x="267602" y="1463796"/>
            <a:ext cx="712502" cy="6386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CE3C84-B172-5BEE-7C1D-E18E675F50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8" t="15139" r="13611" b="12708"/>
          <a:stretch>
            <a:fillRect/>
          </a:stretch>
        </p:blipFill>
        <p:spPr>
          <a:xfrm>
            <a:off x="313290" y="3438766"/>
            <a:ext cx="719241" cy="7028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6928A8-0AA2-383C-0F6E-AA230E848A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8" b="10556"/>
          <a:stretch>
            <a:fillRect/>
          </a:stretch>
        </p:blipFill>
        <p:spPr>
          <a:xfrm>
            <a:off x="138817" y="8185"/>
            <a:ext cx="2717117" cy="118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002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6E214-C8B8-4CFB-C48A-76B7C50D0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1797FE-7934-4F0D-5E53-3ABF5D3636E9}"/>
              </a:ext>
            </a:extLst>
          </p:cNvPr>
          <p:cNvSpPr/>
          <p:nvPr/>
        </p:nvSpPr>
        <p:spPr>
          <a:xfrm>
            <a:off x="0" y="0"/>
            <a:ext cx="3214255" cy="6858000"/>
          </a:xfrm>
          <a:prstGeom prst="rect">
            <a:avLst/>
          </a:prstGeom>
          <a:solidFill>
            <a:schemeClr val="tx1">
              <a:alpha val="9490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8037AF2-1361-FCEE-7565-F667DB89C2B0}"/>
              </a:ext>
            </a:extLst>
          </p:cNvPr>
          <p:cNvSpPr/>
          <p:nvPr/>
        </p:nvSpPr>
        <p:spPr>
          <a:xfrm>
            <a:off x="107368" y="4367230"/>
            <a:ext cx="2999504" cy="84718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D522E5-503B-3353-C35A-EC0EFA649F3A}"/>
              </a:ext>
            </a:extLst>
          </p:cNvPr>
          <p:cNvSpPr txBox="1"/>
          <p:nvPr/>
        </p:nvSpPr>
        <p:spPr>
          <a:xfrm>
            <a:off x="1077757" y="2564088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Vehicle Type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1424CB6-888C-5CA1-0C86-4944C1E75D7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3E3E3E"/>
              </a:clrFrom>
              <a:clrTo>
                <a:srgbClr val="3E3E3E">
                  <a:alpha val="0"/>
                </a:srgbClr>
              </a:clrTo>
            </a:clrChange>
            <a:duotone>
              <a:prstClr val="black"/>
              <a:prstClr val="white">
                <a:tint val="45000"/>
                <a:satMod val="400000"/>
              </a:prst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376" b="84387" l="11594" r="89378"/>
                    </a14:imgEffect>
                    <a14:imgEffect>
                      <a14:artisticCrisscrossEtching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573" t="13156" r="5850" b="22252"/>
          <a:stretch>
            <a:fillRect/>
          </a:stretch>
        </p:blipFill>
        <p:spPr>
          <a:xfrm>
            <a:off x="318644" y="2432929"/>
            <a:ext cx="788551" cy="59516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4635927-CA17-DBA9-CC2D-1E357C7E00DF}"/>
              </a:ext>
            </a:extLst>
          </p:cNvPr>
          <p:cNvSpPr txBox="1"/>
          <p:nvPr/>
        </p:nvSpPr>
        <p:spPr>
          <a:xfrm>
            <a:off x="1077757" y="3559768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Revenue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D2EBD1-6765-F127-4F03-14F350CEF52F}"/>
              </a:ext>
            </a:extLst>
          </p:cNvPr>
          <p:cNvSpPr txBox="1"/>
          <p:nvPr/>
        </p:nvSpPr>
        <p:spPr>
          <a:xfrm>
            <a:off x="1077757" y="4555448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Cancellation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38ED65-410F-07FC-057F-1F2B9398D705}"/>
              </a:ext>
            </a:extLst>
          </p:cNvPr>
          <p:cNvSpPr txBox="1"/>
          <p:nvPr/>
        </p:nvSpPr>
        <p:spPr>
          <a:xfrm>
            <a:off x="1077757" y="5524835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Ratings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B6894182-4C8D-FE38-3C28-970CF70FC3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128" t="21212" r="19451" b="17786"/>
          <a:stretch>
            <a:fillRect/>
          </a:stretch>
        </p:blipFill>
        <p:spPr>
          <a:xfrm>
            <a:off x="318643" y="3428609"/>
            <a:ext cx="718988" cy="75074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B4368629-BD00-3B9E-0384-B49A42AAE6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61198" y1="23438" x2="61198" y2="23438"/>
                        <a14:foregroundMark x1="61198" y1="23438" x2="61198" y2="23438"/>
                        <a14:foregroundMark x1="61198" y1="23438" x2="61198" y2="23438"/>
                        <a14:foregroundMark x1="69466" y1="33301" x2="69466" y2="33301"/>
                        <a14:foregroundMark x1="69466" y1="33301" x2="69466" y2="333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297" t="8839" r="10793" b="11514"/>
          <a:stretch>
            <a:fillRect/>
          </a:stretch>
        </p:blipFill>
        <p:spPr>
          <a:xfrm>
            <a:off x="318643" y="4436236"/>
            <a:ext cx="808472" cy="58087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2E11225-A841-65D2-BDF0-69A433F6BB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54545" y1="30303" x2="54545" y2="30303"/>
                        <a14:foregroundMark x1="54545" y1="30303" x2="54545" y2="30303"/>
                        <a14:foregroundMark x1="17783" y1="68820" x2="17783" y2="68820"/>
                        <a14:foregroundMark x1="17783" y1="68820" x2="17783" y2="68820"/>
                        <a14:foregroundMark x1="36124" y1="69936" x2="36124" y2="69936"/>
                        <a14:foregroundMark x1="36124" y1="69936" x2="36124" y2="69936"/>
                        <a14:foregroundMark x1="49203" y1="70335" x2="49203" y2="70335"/>
                        <a14:foregroundMark x1="49203" y1="70335" x2="49203" y2="70335"/>
                        <a14:foregroundMark x1="65231" y1="69936" x2="65231" y2="69936"/>
                        <a14:foregroundMark x1="65231" y1="69936" x2="65231" y2="69936"/>
                        <a14:foregroundMark x1="80702" y1="69378" x2="80702" y2="69378"/>
                        <a14:foregroundMark x1="80702" y1="69378" x2="80702" y2="693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18" t="18432" r="7979" b="21077"/>
          <a:stretch>
            <a:fillRect/>
          </a:stretch>
        </p:blipFill>
        <p:spPr>
          <a:xfrm>
            <a:off x="257874" y="5445406"/>
            <a:ext cx="828482" cy="6278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C007393-25EA-5B9D-AFB0-5EA0C35550E3}"/>
              </a:ext>
            </a:extLst>
          </p:cNvPr>
          <p:cNvSpPr txBox="1"/>
          <p:nvPr/>
        </p:nvSpPr>
        <p:spPr>
          <a:xfrm>
            <a:off x="1127115" y="1568408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Overall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BFEDF7D-A587-4EE0-F3A7-2CE4EB9B368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3390" b="86610" l="10000" r="90000">
                        <a14:foregroundMark x1="50000" y1="46332" x2="50000" y2="46332"/>
                        <a14:foregroundMark x1="50000" y1="46332" x2="50000" y2="46332"/>
                        <a14:foregroundMark x1="50000" y1="61962" x2="50000" y2="61962"/>
                        <a14:foregroundMark x1="50000" y1="61962" x2="50000" y2="61962"/>
                        <a14:foregroundMark x1="68262" y1="59410" x2="68262" y2="59410"/>
                        <a14:foregroundMark x1="68262" y1="59410" x2="68262" y2="59410"/>
                        <a14:foregroundMark x1="35646" y1="67225" x2="35646" y2="67225"/>
                        <a14:foregroundMark x1="35646" y1="67225" x2="35646" y2="672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6" t="16940" r="15708" b="18837"/>
          <a:stretch>
            <a:fillRect/>
          </a:stretch>
        </p:blipFill>
        <p:spPr>
          <a:xfrm>
            <a:off x="267602" y="1463796"/>
            <a:ext cx="712502" cy="638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0AB8E7-097A-37BB-E75D-34B99D216CA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8" b="10556"/>
          <a:stretch>
            <a:fillRect/>
          </a:stretch>
        </p:blipFill>
        <p:spPr>
          <a:xfrm>
            <a:off x="138817" y="8185"/>
            <a:ext cx="2717117" cy="118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627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4E9C4-A225-DDAC-BA9B-112528854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4B8900-CDF2-DE10-C264-B3E1AF6DC39B}"/>
              </a:ext>
            </a:extLst>
          </p:cNvPr>
          <p:cNvSpPr/>
          <p:nvPr/>
        </p:nvSpPr>
        <p:spPr>
          <a:xfrm>
            <a:off x="0" y="0"/>
            <a:ext cx="3214255" cy="6858000"/>
          </a:xfrm>
          <a:prstGeom prst="rect">
            <a:avLst/>
          </a:prstGeom>
          <a:solidFill>
            <a:schemeClr val="tx1">
              <a:alpha val="9490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4320136-BADB-9CB8-B28F-C9FBED360CF0}"/>
              </a:ext>
            </a:extLst>
          </p:cNvPr>
          <p:cNvSpPr/>
          <p:nvPr/>
        </p:nvSpPr>
        <p:spPr>
          <a:xfrm>
            <a:off x="107368" y="5359898"/>
            <a:ext cx="2999504" cy="84718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3E0CF4-EEB4-92CF-46A0-5E02DF05BD83}"/>
              </a:ext>
            </a:extLst>
          </p:cNvPr>
          <p:cNvSpPr txBox="1"/>
          <p:nvPr/>
        </p:nvSpPr>
        <p:spPr>
          <a:xfrm>
            <a:off x="1077757" y="2564088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Vehicle Type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00219FB-E8AC-FCF1-6210-25C210908D7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3E3E3E"/>
              </a:clrFrom>
              <a:clrTo>
                <a:srgbClr val="3E3E3E">
                  <a:alpha val="0"/>
                </a:srgbClr>
              </a:clrTo>
            </a:clrChange>
            <a:duotone>
              <a:prstClr val="black"/>
              <a:prstClr val="white">
                <a:tint val="45000"/>
                <a:satMod val="400000"/>
              </a:prst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376" b="84387" l="11594" r="89378"/>
                    </a14:imgEffect>
                    <a14:imgEffect>
                      <a14:artisticCrisscrossEtching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573" t="13156" r="5850" b="22252"/>
          <a:stretch>
            <a:fillRect/>
          </a:stretch>
        </p:blipFill>
        <p:spPr>
          <a:xfrm>
            <a:off x="318644" y="2432929"/>
            <a:ext cx="788551" cy="59516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8AAE68E-89F4-AFA7-8F13-B56CC901E9B1}"/>
              </a:ext>
            </a:extLst>
          </p:cNvPr>
          <p:cNvSpPr txBox="1"/>
          <p:nvPr/>
        </p:nvSpPr>
        <p:spPr>
          <a:xfrm>
            <a:off x="1077757" y="3559768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Revenue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B5461F-356A-867E-4AA1-426F09675667}"/>
              </a:ext>
            </a:extLst>
          </p:cNvPr>
          <p:cNvSpPr txBox="1"/>
          <p:nvPr/>
        </p:nvSpPr>
        <p:spPr>
          <a:xfrm>
            <a:off x="1077757" y="4555448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Cancellation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48EFCB-6869-ADAA-151D-DC26F8A83921}"/>
              </a:ext>
            </a:extLst>
          </p:cNvPr>
          <p:cNvSpPr txBox="1"/>
          <p:nvPr/>
        </p:nvSpPr>
        <p:spPr>
          <a:xfrm>
            <a:off x="1077757" y="5524835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Ratings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04EEFBC9-DB51-2CAE-340A-84E06147CE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128" t="21212" r="19451" b="17786"/>
          <a:stretch>
            <a:fillRect/>
          </a:stretch>
        </p:blipFill>
        <p:spPr>
          <a:xfrm>
            <a:off x="318643" y="3428609"/>
            <a:ext cx="718988" cy="75074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CA8EF0A4-5EDC-532A-5CA0-DFB5099F49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61198" y1="23438" x2="61198" y2="23438"/>
                        <a14:foregroundMark x1="61198" y1="23438" x2="61198" y2="23438"/>
                        <a14:foregroundMark x1="61198" y1="23438" x2="61198" y2="23438"/>
                        <a14:foregroundMark x1="69466" y1="33301" x2="69466" y2="33301"/>
                        <a14:foregroundMark x1="69466" y1="33301" x2="69466" y2="333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007" t="12708" r="11482" b="12708"/>
          <a:stretch>
            <a:fillRect/>
          </a:stretch>
        </p:blipFill>
        <p:spPr>
          <a:xfrm>
            <a:off x="313290" y="4466459"/>
            <a:ext cx="793905" cy="5506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D78399-698D-0D21-6521-D43DC20C89A7}"/>
              </a:ext>
            </a:extLst>
          </p:cNvPr>
          <p:cNvSpPr txBox="1"/>
          <p:nvPr/>
        </p:nvSpPr>
        <p:spPr>
          <a:xfrm>
            <a:off x="1127115" y="1568408"/>
            <a:ext cx="1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Overall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D119ED-AD9D-A6C6-A65D-95038BCD8E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3390" b="86610" l="10000" r="90000">
                        <a14:foregroundMark x1="50000" y1="46332" x2="50000" y2="46332"/>
                        <a14:foregroundMark x1="50000" y1="46332" x2="50000" y2="46332"/>
                        <a14:foregroundMark x1="50000" y1="61962" x2="50000" y2="61962"/>
                        <a14:foregroundMark x1="50000" y1="61962" x2="50000" y2="61962"/>
                        <a14:foregroundMark x1="68262" y1="59410" x2="68262" y2="59410"/>
                        <a14:foregroundMark x1="68262" y1="59410" x2="68262" y2="59410"/>
                        <a14:foregroundMark x1="35646" y1="67225" x2="35646" y2="67225"/>
                        <a14:foregroundMark x1="35646" y1="67225" x2="35646" y2="672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6" t="16940" r="15708" b="18837"/>
          <a:stretch>
            <a:fillRect/>
          </a:stretch>
        </p:blipFill>
        <p:spPr>
          <a:xfrm>
            <a:off x="267602" y="1463796"/>
            <a:ext cx="712502" cy="6386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F23595-067C-0995-5EC8-1BF6146A4BF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2" t="9156" r="11814" b="11990"/>
          <a:stretch>
            <a:fillRect/>
          </a:stretch>
        </p:blipFill>
        <p:spPr>
          <a:xfrm>
            <a:off x="267602" y="5434765"/>
            <a:ext cx="810155" cy="618191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E6D1468-05C6-9B37-B5FC-89427CD21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390106"/>
              </p:ext>
            </p:extLst>
          </p:nvPr>
        </p:nvGraphicFramePr>
        <p:xfrm>
          <a:off x="3600448" y="1458866"/>
          <a:ext cx="8272908" cy="13892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1844">
                  <a:extLst>
                    <a:ext uri="{9D8B030D-6E8A-4147-A177-3AD203B41FA5}">
                      <a16:colId xmlns:a16="http://schemas.microsoft.com/office/drawing/2014/main" val="2970190437"/>
                    </a:ext>
                  </a:extLst>
                </a:gridCol>
                <a:gridCol w="1181844">
                  <a:extLst>
                    <a:ext uri="{9D8B030D-6E8A-4147-A177-3AD203B41FA5}">
                      <a16:colId xmlns:a16="http://schemas.microsoft.com/office/drawing/2014/main" val="2785557369"/>
                    </a:ext>
                  </a:extLst>
                </a:gridCol>
                <a:gridCol w="1181844">
                  <a:extLst>
                    <a:ext uri="{9D8B030D-6E8A-4147-A177-3AD203B41FA5}">
                      <a16:colId xmlns:a16="http://schemas.microsoft.com/office/drawing/2014/main" val="2591315713"/>
                    </a:ext>
                  </a:extLst>
                </a:gridCol>
                <a:gridCol w="1181844">
                  <a:extLst>
                    <a:ext uri="{9D8B030D-6E8A-4147-A177-3AD203B41FA5}">
                      <a16:colId xmlns:a16="http://schemas.microsoft.com/office/drawing/2014/main" val="1135145630"/>
                    </a:ext>
                  </a:extLst>
                </a:gridCol>
                <a:gridCol w="1181844">
                  <a:extLst>
                    <a:ext uri="{9D8B030D-6E8A-4147-A177-3AD203B41FA5}">
                      <a16:colId xmlns:a16="http://schemas.microsoft.com/office/drawing/2014/main" val="3446046780"/>
                    </a:ext>
                  </a:extLst>
                </a:gridCol>
                <a:gridCol w="1181844">
                  <a:extLst>
                    <a:ext uri="{9D8B030D-6E8A-4147-A177-3AD203B41FA5}">
                      <a16:colId xmlns:a16="http://schemas.microsoft.com/office/drawing/2014/main" val="3438199986"/>
                    </a:ext>
                  </a:extLst>
                </a:gridCol>
                <a:gridCol w="1181844">
                  <a:extLst>
                    <a:ext uri="{9D8B030D-6E8A-4147-A177-3AD203B41FA5}">
                      <a16:colId xmlns:a16="http://schemas.microsoft.com/office/drawing/2014/main" val="1308799212"/>
                    </a:ext>
                  </a:extLst>
                </a:gridCol>
              </a:tblGrid>
              <a:tr h="8456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577543"/>
                  </a:ext>
                </a:extLst>
              </a:tr>
              <a:tr h="543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1024625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B58204E-AE79-5E0B-889F-899F561D73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730332"/>
              </p:ext>
            </p:extLst>
          </p:nvPr>
        </p:nvGraphicFramePr>
        <p:xfrm>
          <a:off x="3600448" y="4176973"/>
          <a:ext cx="8272908" cy="13892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1844">
                  <a:extLst>
                    <a:ext uri="{9D8B030D-6E8A-4147-A177-3AD203B41FA5}">
                      <a16:colId xmlns:a16="http://schemas.microsoft.com/office/drawing/2014/main" val="2970190437"/>
                    </a:ext>
                  </a:extLst>
                </a:gridCol>
                <a:gridCol w="1181844">
                  <a:extLst>
                    <a:ext uri="{9D8B030D-6E8A-4147-A177-3AD203B41FA5}">
                      <a16:colId xmlns:a16="http://schemas.microsoft.com/office/drawing/2014/main" val="2785557369"/>
                    </a:ext>
                  </a:extLst>
                </a:gridCol>
                <a:gridCol w="1181844">
                  <a:extLst>
                    <a:ext uri="{9D8B030D-6E8A-4147-A177-3AD203B41FA5}">
                      <a16:colId xmlns:a16="http://schemas.microsoft.com/office/drawing/2014/main" val="2591315713"/>
                    </a:ext>
                  </a:extLst>
                </a:gridCol>
                <a:gridCol w="1181844">
                  <a:extLst>
                    <a:ext uri="{9D8B030D-6E8A-4147-A177-3AD203B41FA5}">
                      <a16:colId xmlns:a16="http://schemas.microsoft.com/office/drawing/2014/main" val="1135145630"/>
                    </a:ext>
                  </a:extLst>
                </a:gridCol>
                <a:gridCol w="1181844">
                  <a:extLst>
                    <a:ext uri="{9D8B030D-6E8A-4147-A177-3AD203B41FA5}">
                      <a16:colId xmlns:a16="http://schemas.microsoft.com/office/drawing/2014/main" val="3446046780"/>
                    </a:ext>
                  </a:extLst>
                </a:gridCol>
                <a:gridCol w="1181844">
                  <a:extLst>
                    <a:ext uri="{9D8B030D-6E8A-4147-A177-3AD203B41FA5}">
                      <a16:colId xmlns:a16="http://schemas.microsoft.com/office/drawing/2014/main" val="3438199986"/>
                    </a:ext>
                  </a:extLst>
                </a:gridCol>
                <a:gridCol w="1181844">
                  <a:extLst>
                    <a:ext uri="{9D8B030D-6E8A-4147-A177-3AD203B41FA5}">
                      <a16:colId xmlns:a16="http://schemas.microsoft.com/office/drawing/2014/main" val="1308799212"/>
                    </a:ext>
                  </a:extLst>
                </a:gridCol>
              </a:tblGrid>
              <a:tr h="8456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577543"/>
                  </a:ext>
                </a:extLst>
              </a:tr>
              <a:tr h="543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1024625"/>
                  </a:ext>
                </a:extLst>
              </a:tr>
            </a:tbl>
          </a:graphicData>
        </a:graphic>
      </p:graphicFrame>
      <p:grpSp>
        <p:nvGrpSpPr>
          <p:cNvPr id="64" name="Group 63">
            <a:extLst>
              <a:ext uri="{FF2B5EF4-FFF2-40B4-BE49-F238E27FC236}">
                <a16:creationId xmlns:a16="http://schemas.microsoft.com/office/drawing/2014/main" id="{82BFC732-2F8A-591F-953A-0B9DC49B6F40}"/>
              </a:ext>
            </a:extLst>
          </p:cNvPr>
          <p:cNvGrpSpPr/>
          <p:nvPr/>
        </p:nvGrpSpPr>
        <p:grpSpPr>
          <a:xfrm>
            <a:off x="3629556" y="1528594"/>
            <a:ext cx="8012182" cy="791900"/>
            <a:chOff x="3629556" y="1528594"/>
            <a:chExt cx="8012182" cy="791900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4F3D6C1-3CBD-1F19-A98A-5FB223531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701" b="5840"/>
            <a:stretch>
              <a:fillRect/>
            </a:stretch>
          </p:blipFill>
          <p:spPr>
            <a:xfrm>
              <a:off x="3629556" y="1568408"/>
              <a:ext cx="1123419" cy="52712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17CECA5-3204-2287-145B-216DEC4D5AE2}"/>
                </a:ext>
              </a:extLst>
            </p:cNvPr>
            <p:cNvSpPr txBox="1"/>
            <p:nvPr/>
          </p:nvSpPr>
          <p:spPr>
            <a:xfrm>
              <a:off x="3767402" y="2089662"/>
              <a:ext cx="847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Inter"/>
                  <a:cs typeface="Segoe UI Semibold" panose="020B0702040204020203" pitchFamily="34" charset="0"/>
                </a:rPr>
                <a:t>Prime Sedan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11AEE8B-FDCD-4E56-31C2-E1BA70EBFCAF}"/>
                </a:ext>
              </a:extLst>
            </p:cNvPr>
            <p:cNvSpPr txBox="1"/>
            <p:nvPr/>
          </p:nvSpPr>
          <p:spPr>
            <a:xfrm>
              <a:off x="4949779" y="2089662"/>
              <a:ext cx="847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Inter"/>
                  <a:cs typeface="Segoe UI Semibold" panose="020B0702040204020203" pitchFamily="34" charset="0"/>
                </a:rPr>
                <a:t>Prime SUV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776DED4-8086-5BA1-C371-C83E6DA54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2721" y="1530308"/>
              <a:ext cx="1041842" cy="574278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342BCE7-20C6-7B88-F747-CEB1E7DBAD67}"/>
                </a:ext>
              </a:extLst>
            </p:cNvPr>
            <p:cNvSpPr txBox="1"/>
            <p:nvPr/>
          </p:nvSpPr>
          <p:spPr>
            <a:xfrm>
              <a:off x="6113930" y="2089662"/>
              <a:ext cx="847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Inter"/>
                  <a:cs typeface="Segoe UI Semibold" panose="020B0702040204020203" pitchFamily="34" charset="0"/>
                </a:rPr>
                <a:t>Prime Plus</a:t>
              </a: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24DA40A-94B9-2677-31EA-20A8BD710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25"/>
            <a:stretch>
              <a:fillRect/>
            </a:stretch>
          </p:blipFill>
          <p:spPr>
            <a:xfrm>
              <a:off x="6053406" y="1581731"/>
              <a:ext cx="968774" cy="507931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12B5913-6DA4-917D-BDA8-9DEA9A34A555}"/>
                </a:ext>
              </a:extLst>
            </p:cNvPr>
            <p:cNvSpPr txBox="1"/>
            <p:nvPr/>
          </p:nvSpPr>
          <p:spPr>
            <a:xfrm>
              <a:off x="7318509" y="2089662"/>
              <a:ext cx="847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Inter"/>
                  <a:cs typeface="Segoe UI Semibold" panose="020B0702040204020203" pitchFamily="34" charset="0"/>
                </a:rPr>
                <a:t>Mini</a:t>
              </a: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FC763053-7747-46F1-FD86-DF80C3E63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02" t="11443" r="3518" b="5141"/>
            <a:stretch>
              <a:fillRect/>
            </a:stretch>
          </p:blipFill>
          <p:spPr>
            <a:xfrm>
              <a:off x="7257984" y="1564970"/>
              <a:ext cx="890901" cy="534003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C87E4E8-0545-0C0D-DE37-8150902D6020}"/>
                </a:ext>
              </a:extLst>
            </p:cNvPr>
            <p:cNvSpPr txBox="1"/>
            <p:nvPr/>
          </p:nvSpPr>
          <p:spPr>
            <a:xfrm>
              <a:off x="8406228" y="2089662"/>
              <a:ext cx="98557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Inter"/>
                  <a:cs typeface="Segoe UI Semibold" panose="020B0702040204020203" pitchFamily="34" charset="0"/>
                </a:rPr>
                <a:t>Auto Rickshaw</a:t>
              </a: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E0CC604C-9EC2-4C82-CF18-EEE0EC7C70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69" r="10855"/>
            <a:stretch>
              <a:fillRect/>
            </a:stretch>
          </p:blipFill>
          <p:spPr>
            <a:xfrm>
              <a:off x="8552427" y="1549472"/>
              <a:ext cx="679222" cy="54950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2906014-2366-8E7D-5476-B6AE30297B81}"/>
                </a:ext>
              </a:extLst>
            </p:cNvPr>
            <p:cNvSpPr txBox="1"/>
            <p:nvPr/>
          </p:nvSpPr>
          <p:spPr>
            <a:xfrm>
              <a:off x="9655298" y="2089662"/>
              <a:ext cx="847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Inter"/>
                  <a:cs typeface="Segoe UI Semibold" panose="020B0702040204020203" pitchFamily="34" charset="0"/>
                </a:rPr>
                <a:t>Bike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DF43AE5B-B358-7F0A-21EB-0D9D446D8B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00" r="8889"/>
            <a:stretch>
              <a:fillRect/>
            </a:stretch>
          </p:blipFill>
          <p:spPr>
            <a:xfrm>
              <a:off x="9700731" y="1528594"/>
              <a:ext cx="752474" cy="601416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3C48E7E-1E20-E4D6-9E82-776596CF008D}"/>
                </a:ext>
              </a:extLst>
            </p:cNvPr>
            <p:cNvSpPr txBox="1"/>
            <p:nvPr/>
          </p:nvSpPr>
          <p:spPr>
            <a:xfrm>
              <a:off x="10794013" y="2089662"/>
              <a:ext cx="847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Inter"/>
                  <a:cs typeface="Segoe UI Semibold" panose="020B0702040204020203" pitchFamily="34" charset="0"/>
                </a:rPr>
                <a:t>E-Bike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A72925DE-91DC-B743-66E9-418A29665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74" r="9722"/>
            <a:stretch>
              <a:fillRect/>
            </a:stretch>
          </p:blipFill>
          <p:spPr>
            <a:xfrm>
              <a:off x="10889615" y="1564970"/>
              <a:ext cx="656519" cy="541656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6A51A0A-2B2D-EA0E-67A8-B35DD3A84E92}"/>
              </a:ext>
            </a:extLst>
          </p:cNvPr>
          <p:cNvGrpSpPr/>
          <p:nvPr/>
        </p:nvGrpSpPr>
        <p:grpSpPr>
          <a:xfrm>
            <a:off x="3629556" y="4244263"/>
            <a:ext cx="8012182" cy="791900"/>
            <a:chOff x="3629556" y="1528594"/>
            <a:chExt cx="8012182" cy="791900"/>
          </a:xfrm>
        </p:grpSpPr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0F25DA8D-C862-3A21-E18B-B55ABD48E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701" b="5840"/>
            <a:stretch>
              <a:fillRect/>
            </a:stretch>
          </p:blipFill>
          <p:spPr>
            <a:xfrm>
              <a:off x="3629556" y="1568408"/>
              <a:ext cx="1123419" cy="527128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25AEA8C-73D5-720E-19DE-DDD61C379741}"/>
                </a:ext>
              </a:extLst>
            </p:cNvPr>
            <p:cNvSpPr txBox="1"/>
            <p:nvPr/>
          </p:nvSpPr>
          <p:spPr>
            <a:xfrm>
              <a:off x="3767402" y="2089662"/>
              <a:ext cx="847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Inter"/>
                  <a:cs typeface="Segoe UI Semibold" panose="020B0702040204020203" pitchFamily="34" charset="0"/>
                </a:rPr>
                <a:t>Prime Sedan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BC41845-3D6C-5833-7DAC-CEFCB716AF9D}"/>
                </a:ext>
              </a:extLst>
            </p:cNvPr>
            <p:cNvSpPr txBox="1"/>
            <p:nvPr/>
          </p:nvSpPr>
          <p:spPr>
            <a:xfrm>
              <a:off x="4949779" y="2089662"/>
              <a:ext cx="847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Inter"/>
                  <a:cs typeface="Segoe UI Semibold" panose="020B0702040204020203" pitchFamily="34" charset="0"/>
                </a:rPr>
                <a:t>Prime SUV</a:t>
              </a: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6AF22F77-C83B-153A-23DE-9AD6698A8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2721" y="1530308"/>
              <a:ext cx="1041842" cy="574278"/>
            </a:xfrm>
            <a:prstGeom prst="rect">
              <a:avLst/>
            </a:prstGeom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01FD80D-4652-31FE-8ADE-58B02DB1F964}"/>
                </a:ext>
              </a:extLst>
            </p:cNvPr>
            <p:cNvSpPr txBox="1"/>
            <p:nvPr/>
          </p:nvSpPr>
          <p:spPr>
            <a:xfrm>
              <a:off x="6113930" y="2089662"/>
              <a:ext cx="847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Inter"/>
                  <a:cs typeface="Segoe UI Semibold" panose="020B0702040204020203" pitchFamily="34" charset="0"/>
                </a:rPr>
                <a:t>Prime Plus</a:t>
              </a:r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C27C16A9-EA6A-63CB-65D9-33956D47AC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25"/>
            <a:stretch>
              <a:fillRect/>
            </a:stretch>
          </p:blipFill>
          <p:spPr>
            <a:xfrm>
              <a:off x="6053406" y="1581731"/>
              <a:ext cx="968774" cy="507931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AA1B5A8-1321-17A7-B702-63D52BA49264}"/>
                </a:ext>
              </a:extLst>
            </p:cNvPr>
            <p:cNvSpPr txBox="1"/>
            <p:nvPr/>
          </p:nvSpPr>
          <p:spPr>
            <a:xfrm>
              <a:off x="7318509" y="2089662"/>
              <a:ext cx="847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Inter"/>
                  <a:cs typeface="Segoe UI Semibold" panose="020B0702040204020203" pitchFamily="34" charset="0"/>
                </a:rPr>
                <a:t>Mini</a:t>
              </a:r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3190E543-F9DE-E9F0-9FE8-032FC33E8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02" t="11443" r="3518" b="5141"/>
            <a:stretch>
              <a:fillRect/>
            </a:stretch>
          </p:blipFill>
          <p:spPr>
            <a:xfrm>
              <a:off x="7257984" y="1564970"/>
              <a:ext cx="890901" cy="534003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CEC18A8-51D3-15F5-89CC-B24B58EE953E}"/>
                </a:ext>
              </a:extLst>
            </p:cNvPr>
            <p:cNvSpPr txBox="1"/>
            <p:nvPr/>
          </p:nvSpPr>
          <p:spPr>
            <a:xfrm>
              <a:off x="8406228" y="2089662"/>
              <a:ext cx="98557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Inter"/>
                  <a:cs typeface="Segoe UI Semibold" panose="020B0702040204020203" pitchFamily="34" charset="0"/>
                </a:rPr>
                <a:t>Auto Rickshaw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5F080D2D-6A83-3DBC-83AC-48BAEFCC0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69" r="10855"/>
            <a:stretch>
              <a:fillRect/>
            </a:stretch>
          </p:blipFill>
          <p:spPr>
            <a:xfrm>
              <a:off x="8552427" y="1549472"/>
              <a:ext cx="679222" cy="549501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8F81879-CC1C-EF43-8FA0-08A50F56F5E9}"/>
                </a:ext>
              </a:extLst>
            </p:cNvPr>
            <p:cNvSpPr txBox="1"/>
            <p:nvPr/>
          </p:nvSpPr>
          <p:spPr>
            <a:xfrm>
              <a:off x="9655298" y="2089662"/>
              <a:ext cx="847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Inter"/>
                  <a:cs typeface="Segoe UI Semibold" panose="020B0702040204020203" pitchFamily="34" charset="0"/>
                </a:rPr>
                <a:t>Bike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3CCD1DCA-F7C5-4917-1F17-E4FC0BB7F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00" r="8889"/>
            <a:stretch>
              <a:fillRect/>
            </a:stretch>
          </p:blipFill>
          <p:spPr>
            <a:xfrm>
              <a:off x="9700731" y="1528594"/>
              <a:ext cx="752474" cy="601416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BFEADE7-1F65-E38C-B2A0-06D6EB182DCE}"/>
                </a:ext>
              </a:extLst>
            </p:cNvPr>
            <p:cNvSpPr txBox="1"/>
            <p:nvPr/>
          </p:nvSpPr>
          <p:spPr>
            <a:xfrm>
              <a:off x="10794013" y="2089662"/>
              <a:ext cx="847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Inter"/>
                  <a:cs typeface="Segoe UI Semibold" panose="020B0702040204020203" pitchFamily="34" charset="0"/>
                </a:rPr>
                <a:t>E-Bike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4FE6DE47-A7EC-E290-D10B-6497DA79E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74" r="9722"/>
            <a:stretch>
              <a:fillRect/>
            </a:stretch>
          </p:blipFill>
          <p:spPr>
            <a:xfrm>
              <a:off x="10889615" y="1564970"/>
              <a:ext cx="656519" cy="541656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DCD5C53-2871-E962-7ACD-5F9B9A9A3D5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8" b="10556"/>
          <a:stretch>
            <a:fillRect/>
          </a:stretch>
        </p:blipFill>
        <p:spPr>
          <a:xfrm>
            <a:off x="138817" y="8185"/>
            <a:ext cx="2717117" cy="118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50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79</Words>
  <Application>Microsoft Office PowerPoint</Application>
  <PresentationFormat>Widescreen</PresentationFormat>
  <Paragraphs>51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Inter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Ashish Gautam</dc:creator>
  <cp:lastModifiedBy>Ashish Gautam</cp:lastModifiedBy>
  <cp:revision>1</cp:revision>
  <dcterms:created xsi:type="dcterms:W3CDTF">2026-09-11T08:25:40Z</dcterms:created>
  <dcterms:modified xsi:type="dcterms:W3CDTF">2026-09-12T06:43:53Z</dcterms:modified>
</cp:coreProperties>
</file>